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ID: PPTX-BASIC-NOTES-01</a:t>
            </a:r>
          </a:p>
          <a:p>
            <a:r>
              <a:t>The visible slide text introduces a short presentation about fixture review checkpoints.</a:t>
            </a:r>
          </a:p>
          <a:p>
            <a:r>
              <a:t>Speaker notes provide additional sentences that should populate secondary text fields during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ID: PPTX-BASIC-NOTES-01</a:t>
            </a:r>
          </a:p>
          <a:p>
            <a:r>
              <a:t>The second slide notes provide additional distinct wording for the presentation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Text and Speaker Notes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Fixture ID: PPTX-BASIC-NOTES-01</a:t>
            </a:r>
          </a:p>
          <a:p>
            <a:r>
              <a:t>The visible slide text introduces a short presentation about fixture review checkpoints.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Secondary text should remain useful after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