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Fixture ID: PPTX-NOTES-ONLY-01</a:t>
            </a:r>
          </a:p>
          <a:p>
            <a:r>
              <a:t>This presentation keeps visible slide text sparse while speaker notes carry the meaningful narrative.</a:t>
            </a:r>
          </a:p>
          <a:p>
            <a:r>
              <a:t>The notes describe a facilitator explaining why secondary text extraction is important for audio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Fixture ID: PPTX-NOTES-ONLY-01</a:t>
            </a:r>
          </a:p>
          <a:p>
            <a:r>
              <a:t>The second slide notes provide additional distinct wording for the presentation fixture.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Fixture ID: PPTX-NOTES-ONLY-01</a:t>
            </a:r>
          </a:p>
          <a:p>
            <a:r>
              <a:t>See speaker notes for details.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Secondary text should remain useful after extraction.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